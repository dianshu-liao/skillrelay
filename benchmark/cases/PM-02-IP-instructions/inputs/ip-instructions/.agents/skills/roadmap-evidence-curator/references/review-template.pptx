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76db174da745e7" /><Relationship Type="http://schemas.openxmlformats.org/officeDocument/2006/relationships/extended-properties" Target="/docProps/app.xml" Id="R5e4c6c40e4414aa4" /><Relationship Type="http://schemas.openxmlformats.org/officeDocument/2006/relationships/officeDocument" Target="/ppt/presentation.xml" Id="R4d737af5a2c7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3b05d089b45fe"/>
  </p:sldMasterIdLst>
  <p:notesMasterIdLst>
    <p:notesMasterId xmlns:r="http://schemas.openxmlformats.org/officeDocument/2006/relationships" r:id="Rea287063d60041f5"/>
  </p:notesMasterIdLst>
  <p:sldIdLst>
    <p:sldId xmlns:r="http://schemas.openxmlformats.org/officeDocument/2006/relationships" id="256" r:id="R3e1eb9b8c2104a6f"/>
    <p:sldId xmlns:r="http://schemas.openxmlformats.org/officeDocument/2006/relationships" id="257" r:id="R9bd7a61a34824504"/>
    <p:sldId xmlns:r="http://schemas.openxmlformats.org/officeDocument/2006/relationships" id="258" r:id="Rbe442df08f63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d0aa195e394ac2" /><Relationship Type="http://schemas.openxmlformats.org/officeDocument/2006/relationships/slideMaster" Target="/ppt/slideMasters/slideMaster1.xml" Id="R0103b05d089b45fe" /><Relationship Type="http://schemas.openxmlformats.org/officeDocument/2006/relationships/notesMaster" Target="/ppt/notesMasters/notesMaster1.xml" Id="Rea287063d60041f5" /><Relationship Type="http://schemas.openxmlformats.org/officeDocument/2006/relationships/presProps" Target="/ppt/presProps.xml" Id="Rb3abb7703f884f6d" /><Relationship Type="http://schemas.openxmlformats.org/officeDocument/2006/relationships/tableStyles" Target="/ppt/tableStyles.xml" Id="R75c9cf6319f0460b" /><Relationship Type="http://schemas.openxmlformats.org/officeDocument/2006/relationships/slide" Target="/ppt/slides/slide1.xml" Id="R3e1eb9b8c2104a6f" /><Relationship Type="http://schemas.openxmlformats.org/officeDocument/2006/relationships/slide" Target="/ppt/slides/slide2.xml" Id="R9bd7a61a34824504" /><Relationship Type="http://schemas.openxmlformats.org/officeDocument/2006/relationships/slide" Target="/ppt/slides/slide3.xml" Id="Rbe442df08f63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96ad6c9324d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79c158fa2454e" /><Relationship Type="http://schemas.openxmlformats.org/officeDocument/2006/relationships/notesMaster" Target="/ppt/notesMasters/notesMaster1.xml" Id="Rd5aac6be22df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d72158fea44ee1" /><Relationship Type="http://schemas.openxmlformats.org/officeDocument/2006/relationships/notesMaster" Target="/ppt/notesMasters/notesMaster1.xml" Id="R43a855eba254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d94de30c74dd8" /><Relationship Type="http://schemas.openxmlformats.org/officeDocument/2006/relationships/notesMaster" Target="/ppt/notesMasters/notesMaster1.xml" Id="R1df74305e136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handoff: retain initiative status, audience and timing evidence when preparing the customer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handoff: retain initiative status, audience and timing evidence when preparing the customer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handoff: retain initiative status, audience and timing evidence when preparing the customer briefing.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d795b36b7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2ad3c8385474b" /><Relationship Type="http://schemas.openxmlformats.org/officeDocument/2006/relationships/slideLayout" Target="/ppt/slideLayouts/slideLayout1.xml" Id="Ra9105cc812a9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105cc812a9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ceabaf8c45f5" /><Relationship Type="http://schemas.openxmlformats.org/officeDocument/2006/relationships/notesSlide" Target="/ppt/notesSlides/notesSlide1.xml" Id="R47ae113d657e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296fda099434d" /><Relationship Type="http://schemas.openxmlformats.org/officeDocument/2006/relationships/notesSlide" Target="/ppt/notesSlides/notesSlide2.xml" Id="R560f09c3241641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917d644f4783" /><Relationship Type="http://schemas.openxmlformats.org/officeDocument/2006/relationships/notesSlide" Target="/ppt/notesSlides/notesSlide3.xml" Id="Rf6bed92578944d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F3F65-77A9-4377-8CC9-DD92C82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Customer roadmap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292F8-6E14-4654-A2A7-74032D8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Prepare the initiative summary and timing evidence for the customer roadmap discussion.</a:t>
            </a:r>
          </a:p>
        </p:txBody>
      </p:sp>
    </p:spTree>
    <p:extLst>
      <p:ext uri="{BB962C8B-B14F-4D97-AF65-F5344CB8AC3E}">
        <p14:creationId xmlns:p14="http://schemas.microsoft.com/office/powerpoint/2010/main" val="639849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3D8F6-0597-42AB-860D-C13BFD9D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Exploratory roadmap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209B7-C401-419F-AC9E-4C6268A4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Prepare the initiative summary and timing evidence for the customer roadmap discussion.</a:t>
            </a:r>
          </a:p>
        </p:txBody>
      </p:sp>
    </p:spTree>
    <p:extLst>
      <p:ext uri="{BB962C8B-B14F-4D97-AF65-F5344CB8AC3E}">
        <p14:creationId xmlns:p14="http://schemas.microsoft.com/office/powerpoint/2010/main" val="1375819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9E3EE-1B33-435B-9F82-375C957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Roadmap review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D8A36-0532-4D3E-859F-7068728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Prepare the initiative summary and timing evidence for the customer roadmap discussion.</a:t>
            </a:r>
          </a:p>
        </p:txBody>
      </p:sp>
    </p:spTree>
    <p:extLst>
      <p:ext uri="{BB962C8B-B14F-4D97-AF65-F5344CB8AC3E}">
        <p14:creationId xmlns:p14="http://schemas.microsoft.com/office/powerpoint/2010/main" val="1684213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2026-09-26T16:09:34.6070000Z</dcterms:created>
  <dcterms:modified xsi:type="dcterms:W3CDTF">2026-09-26T16:09:34.6070000Z</dcterms:modified>
</coreProperties>
</file>